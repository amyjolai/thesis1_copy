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5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Fate of waster nitrocellulose powders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E11D-4E47-A9D3-CE969DE9E814}"/>
              </c:ext>
            </c:extLst>
          </c:dPt>
          <c:dPt>
            <c:idx val="1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11D-4E47-A9D3-CE969DE9E814}"/>
              </c:ext>
            </c:extLst>
          </c:dPt>
          <c:dPt>
            <c:idx val="2"/>
            <c:bubble3D val="0"/>
            <c:spPr>
              <a:solidFill>
                <a:schemeClr val="accent6">
                  <a:alpha val="9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  <a:effectLst>
                <a:innerShdw blurRad="114300">
                  <a:schemeClr val="accent6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6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E11D-4E47-A9D3-CE969DE9E814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alpha val="90000"/>
                </a:schemeClr>
              </a:solidFill>
              <a:ln w="19050">
                <a:solidFill>
                  <a:schemeClr val="accent2">
                    <a:lumMod val="60000"/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60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60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11D-4E47-A9D3-CE969DE9E814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  <a:alpha val="90000"/>
                </a:schemeClr>
              </a:solidFill>
              <a:ln w="19050">
                <a:solidFill>
                  <a:schemeClr val="accent4">
                    <a:lumMod val="60000"/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60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60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11D-4E47-A9D3-CE969DE9E814}"/>
              </c:ext>
            </c:extLst>
          </c:dPt>
          <c:dLbls>
            <c:dLbl>
              <c:idx val="0"/>
              <c:layout>
                <c:manualLayout>
                  <c:x val="-3.3484374999999997E-2"/>
                  <c:y val="-4.5206505585229727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72650098425199"/>
                      <c:h val="0.1341680527701739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11D-4E47-A9D3-CE969DE9E814}"/>
                </c:ext>
              </c:extLst>
            </c:dLbl>
            <c:dLbl>
              <c:idx val="1"/>
              <c:layout>
                <c:manualLayout>
                  <c:x val="-1.5625000000001146E-3"/>
                  <c:y val="-8.085946229949191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/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121874999999998"/>
                      <c:h val="7.79180562304345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11D-4E47-A9D3-CE969DE9E814}"/>
                </c:ext>
              </c:extLst>
            </c:dLbl>
            <c:dLbl>
              <c:idx val="2"/>
              <c:layout>
                <c:manualLayout>
                  <c:x val="5.846659694881888E-2"/>
                  <c:y val="-0.18043422856580787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6"/>
                  </a:solidFill>
                  <a:round/>
                </a:ln>
                <a:effectLst>
                  <a:outerShdw blurRad="50800" dist="38100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714062499999996"/>
                      <c:h val="9.19805553653693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11D-4E47-A9D3-CE969DE9E814}"/>
                </c:ext>
              </c:extLst>
            </c:dLbl>
            <c:dLbl>
              <c:idx val="3"/>
              <c:layout>
                <c:manualLayout>
                  <c:x val="1.1322711614173227E-2"/>
                  <c:y val="-7.0484124601124229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>
                      <a:lumMod val="60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60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50775098425199"/>
                      <c:h val="0.12638680324884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11D-4E47-A9D3-CE969DE9E814}"/>
                </c:ext>
              </c:extLst>
            </c:dLbl>
            <c:dLbl>
              <c:idx val="4"/>
              <c:layout>
                <c:manualLayout>
                  <c:x val="8.7895423228346453E-2"/>
                  <c:y val="2.3953861715436654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>
                      <a:lumMod val="60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lumMod val="60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1D-4E47-A9D3-CE969DE9E814}"/>
                </c:ext>
              </c:extLst>
            </c:dLbl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accent2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Combustion on open air landing</c:v>
                </c:pt>
                <c:pt idx="1">
                  <c:v>Restoration of powder quantity</c:v>
                </c:pt>
                <c:pt idx="2">
                  <c:v>Ecological pure combustion</c:v>
                </c:pt>
                <c:pt idx="3">
                  <c:v>Extraction of single components</c:v>
                </c:pt>
                <c:pt idx="4">
                  <c:v>Industrial use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3</c:v>
                </c:pt>
                <c:pt idx="2">
                  <c:v>21</c:v>
                </c:pt>
                <c:pt idx="3">
                  <c:v>19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D-4E47-A9D3-CE969DE9E81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BF3D-D1CA-426D-A581-AA71E2884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3CF89-8E35-4B0E-AEDF-58BFEE68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AE05-9034-4614-A547-D127B819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8BA1A-54A5-42EA-B0AC-D1CA2B40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C86D0-D1A5-4198-BCA4-7ED2E1DB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72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0168-9A2F-4F54-A06F-B7316FBA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9838-D6FE-49DE-9190-0D34A7062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19241-9273-452A-96D3-9BE1F998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80BFC-CDA1-40D9-B52A-DA62B48A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BD3FF-DCDF-4687-933F-7E09DD56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36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23E4-4DDB-4E19-A394-38572FE5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43310-B860-49CF-9BB6-F086A548C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29247-EA07-472D-B88F-C737F5B6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0754-BC3C-4927-B2AD-72C52E46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DD13B-346E-4359-86BD-38A30EA2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71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687C-E0B3-4AD5-BD7C-88BCFE5C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985C2-2CFA-4F4A-B028-B4062623F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11EF2-E04E-498F-BDB0-3A9D898FC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93C68-2A09-46C3-90FF-A7E3172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12732-8831-4BEA-A95F-76964A10B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F2FA2-0BCC-4E48-8CB2-3E7AB601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6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A517-F3DF-4725-830C-1AD559C3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D0E91-8ED0-4EDF-B8FF-9939413D0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59BCE-B052-4320-8E01-7A390799C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E446A-248F-48C5-81D8-7B6771F05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4561C-5E74-4437-969B-B63EB47C0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F8218-E178-4815-89B3-94FED3DF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7B50B-ACBE-4A9A-862D-99F0A244A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FF495-E696-4062-A023-44E2033E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002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5812-2147-4D61-B3C8-77A766EF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3EB13-17EF-4654-99F5-B60D0290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167EC-C6EF-46A4-963C-DD9E4C82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2E43D-C783-487A-B79D-591D4495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61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3B91F-0B09-4D99-A05C-0F9EB6E6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7ACF2-362F-4479-9968-1B9B4B4B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6F9CE-4242-4DC0-A51C-7DD2379B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07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559E-1A78-4280-9562-705E36CA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FF62F-1FF5-4DB6-8D44-D3A80EE28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07EFA-A3DD-42A2-BA63-CB2839F6D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8F65A-12BC-4680-A076-ABB588FB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E6072-C068-492F-BA8D-7E1CB5B1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BCD98-7225-46C9-8AB4-642EDD86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43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C6F2-11ED-4D08-98E0-5ADE349F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12F97-E5F2-4ABF-9545-4FD7BAAE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EBF95-2598-4BF7-87FC-DD0ADFE6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C760E-EB57-423C-B963-E5B6D4F8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23842-0C53-4770-92F6-040F3162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2EF11-4F4E-4BE3-8F88-CF1AF215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8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FC38-1241-4156-8AB9-1A0C047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89BE6-2AB2-4899-A17D-61867947C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2AD85-596E-4ED9-91B9-DB880E4C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6C39C-8A26-4CC4-A5C0-B6109DC3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D8189-F99C-4BC1-80B8-094018D5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71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C3BFC-2681-477A-8E17-608A770CE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8F5CC-84C4-4BDE-AA50-AB2DC6E46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CA5DA-9D9A-4CD3-B82D-F50B1926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BE40C-CE8F-4E67-839C-684C7E63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7B6A6-D3D0-42E8-80FA-ED71387A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40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2DA5A-93AB-4BF9-AF5E-BA953CF8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4498E-6D2C-45CF-8A4D-1B00AC4B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949B7-7EFB-448D-9EA7-F8DADB66B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B4275-7A3E-42C9-97EB-180CF309205C}" type="datetimeFigureOut">
              <a:rPr lang="en-GB" smtClean="0"/>
              <a:t>29/09/2020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02FC-FD8E-423D-B982-93590D676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468E2-2474-41F6-AA06-C9CC5D87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F1ADD-53C2-4330-A044-7A9181AF40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534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7311F2E-812E-4266-9223-9FEA5F363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54728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2639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Lai, Amy</dc:creator>
  <cp:lastModifiedBy>Lai, Amy</cp:lastModifiedBy>
  <cp:revision>1</cp:revision>
  <dcterms:created xsi:type="dcterms:W3CDTF">2020-09-29T21:48:29Z</dcterms:created>
  <dcterms:modified xsi:type="dcterms:W3CDTF">2020-09-29T21:56:11Z</dcterms:modified>
</cp:coreProperties>
</file>